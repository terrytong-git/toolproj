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76200"/>
            <a:ext cx="89382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Arms: Decomposing the CoT Representation Gap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88950" y="920651"/>
            <a:ext cx="8064550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974" y="409575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61608" y="409575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9241" y="409575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Execution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76136" y="561975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500" y="968276"/>
            <a:ext cx="63401" cy="1719560"/>
          </a:xfrm>
          <a:prstGeom prst="roundRect">
            <a:avLst>
              <a:gd name="adj" fmla="val 4006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651" y="1618506"/>
            <a:ext cx="49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3.2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4651" y="1770906"/>
            <a:ext cx="5958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vs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0500" y="2738438"/>
            <a:ext cx="63401" cy="1719560"/>
          </a:xfrm>
          <a:prstGeom prst="roundRect">
            <a:avLst>
              <a:gd name="adj" fmla="val 40063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651" y="3455343"/>
            <a:ext cx="49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3.1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651" y="3607743"/>
            <a:ext cx="576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8950" y="1149102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83718" y="1038076"/>
            <a:ext cx="1333500" cy="393502"/>
          </a:xfrm>
          <a:prstGeom prst="roundRect">
            <a:avLst>
              <a:gd name="adj" fmla="val 16137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12702" y="1158627"/>
            <a:ext cx="675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40634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0851" y="98092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89323" y="1101477"/>
            <a:ext cx="736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Thought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77634" y="1253877"/>
            <a:ext cx="759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generates)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7767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7985" y="98092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16000" y="1101477"/>
            <a:ext cx="89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7842" y="1253877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54901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6550" y="1038076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44793" y="1158627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8950" y="1694855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83718" y="1583829"/>
            <a:ext cx="1333500" cy="393502"/>
          </a:xfrm>
          <a:prstGeom prst="roundRect">
            <a:avLst>
              <a:gd name="adj" fmla="val 16137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212702" y="1704380"/>
            <a:ext cx="675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Prompt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40634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0851" y="1526679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07500" y="1647230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7634" y="1799630"/>
            <a:ext cx="759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generates)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7767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7985" y="1526679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42073" y="1647230"/>
            <a:ext cx="104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Simulation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7842" y="1799630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54901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6550" y="1583829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544793" y="1704380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8950" y="2297609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2.5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61542" y="2110383"/>
            <a:ext cx="1378000" cy="545902"/>
          </a:xfrm>
          <a:prstGeom prst="roundRect">
            <a:avLst>
              <a:gd name="adj" fmla="val 11632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075471" y="2230934"/>
            <a:ext cx="94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Hidden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944917" y="2383334"/>
            <a:ext cx="121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LLM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40634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90851" y="2129433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407500" y="2249984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6287" y="2402384"/>
            <a:ext cx="7426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LLM input)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47767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7985" y="2129433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42073" y="2249984"/>
            <a:ext cx="104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Simulation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07842" y="2402384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54901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56550" y="2186583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544793" y="2307134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8950" y="2881461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883718" y="2694236"/>
            <a:ext cx="1333500" cy="545902"/>
          </a:xfrm>
          <a:prstGeom prst="roundRect">
            <a:avLst>
              <a:gd name="adj" fmla="val 11632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075471" y="2814786"/>
            <a:ext cx="94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Hidden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194030" y="2967186"/>
            <a:ext cx="712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40634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90851" y="271328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407500" y="2833836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454561" y="2986236"/>
            <a:ext cx="805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(given to runtime)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47767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7985" y="271328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145A32"/>
          </a:solidFill>
          <a:ln w="19050">
            <a:solidFill>
              <a:srgbClr val="0B3D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661807" y="2833836"/>
            <a:ext cx="10057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758961" y="2986236"/>
            <a:ext cx="811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(external runtime)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254901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56550" y="2770436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544793" y="2890986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90500" y="4496098"/>
            <a:ext cx="8763000" cy="295275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219075" y="4496098"/>
            <a:ext cx="0" cy="295275"/>
          </a:xfrm>
          <a:prstGeom prst="line">
            <a:avLst/>
          </a:prstGeom>
          <a:noFill/>
          <a:ln w="57150">
            <a:solidFill>
              <a:srgbClr val="F4D0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0050" y="4572298"/>
            <a:ext cx="85690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Tractability:</a:t>
            </a:r>
            <a:pPr algn="l"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 1→3 hard directly. Decompose: Arm 1↔2 (Sec 3.2: same executor) + Arm 2.5↔3 (Sec 3.1: same code context).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90500" y="4846737"/>
            <a:ext cx="8763000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23914" y="488959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2265164" y="4918174"/>
            <a:ext cx="4816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(LLM)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927896" y="488959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3169146" y="4918174"/>
            <a:ext cx="531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880693" y="488959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121944" y="4918174"/>
            <a:ext cx="848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 (LLM)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144542" y="488959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145A32"/>
          </a:solidFill>
          <a:ln w="19050">
            <a:solidFill>
              <a:srgbClr val="0B3D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385792" y="4918174"/>
            <a:ext cx="848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 (Ext)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08539" y="488959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649789" y="4918174"/>
            <a:ext cx="479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Arms Comparison</dc:title>
  <dc:subject>PptxGenJS Presentation</dc:subject>
  <dc:creator>PptxGenJS</dc:creator>
  <cp:lastModifiedBy>PptxGenJS</cp:lastModifiedBy>
  <cp:revision>1</cp:revision>
  <dcterms:created xsi:type="dcterms:W3CDTF">2026-01-11T03:58:07Z</dcterms:created>
  <dcterms:modified xsi:type="dcterms:W3CDTF">2026-01-11T03:58:07Z</dcterms:modified>
</cp:coreProperties>
</file>